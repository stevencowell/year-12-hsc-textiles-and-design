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6433dc190d41a4" /><Relationship Type="http://schemas.openxmlformats.org/officeDocument/2006/relationships/extended-properties" Target="/docProps/app.xml" Id="R4f31db66dfc44e80" /><Relationship Type="http://schemas.openxmlformats.org/officeDocument/2006/relationships/officeDocument" Target="/ppt/presentation.xml" Id="R0bc06c85e88b40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25496053bd4641"/>
  </p:sldMasterIdLst>
  <p:notesMasterIdLst>
    <p:notesMasterId xmlns:r="http://schemas.openxmlformats.org/officeDocument/2006/relationships" r:id="Rf61c139f7341456f"/>
  </p:notesMasterIdLst>
  <p:sldIdLst>
    <p:sldId xmlns:r="http://schemas.openxmlformats.org/officeDocument/2006/relationships" id="256" r:id="Rd749e5639b82467b"/>
    <p:sldId xmlns:r="http://schemas.openxmlformats.org/officeDocument/2006/relationships" id="257" r:id="R08bb037670ed4c65"/>
    <p:sldId xmlns:r="http://schemas.openxmlformats.org/officeDocument/2006/relationships" id="258" r:id="R3ee489e519604e5a"/>
    <p:sldId xmlns:r="http://schemas.openxmlformats.org/officeDocument/2006/relationships" id="259" r:id="Ra93aba819ecd4c6a"/>
    <p:sldId xmlns:r="http://schemas.openxmlformats.org/officeDocument/2006/relationships" id="260" r:id="R21f2952007ac4ab5"/>
    <p:sldId xmlns:r="http://schemas.openxmlformats.org/officeDocument/2006/relationships" id="261" r:id="R3f13d226b0cb45ca"/>
    <p:sldId xmlns:r="http://schemas.openxmlformats.org/officeDocument/2006/relationships" id="262" r:id="R8fa56ef3facf41fb"/>
    <p:sldId xmlns:r="http://schemas.openxmlformats.org/officeDocument/2006/relationships" id="263" r:id="R9fd482d1e0a144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194735e22d4c10" /><Relationship Type="http://schemas.openxmlformats.org/officeDocument/2006/relationships/slideMaster" Target="/ppt/slideMasters/slideMaster1.xml" Id="Rf225496053bd4641" /><Relationship Type="http://schemas.openxmlformats.org/officeDocument/2006/relationships/notesMaster" Target="/ppt/notesMasters/notesMaster1.xml" Id="Rf61c139f7341456f" /><Relationship Type="http://schemas.openxmlformats.org/officeDocument/2006/relationships/presProps" Target="/ppt/presProps.xml" Id="Rd9beb33078d24c7c" /><Relationship Type="http://schemas.openxmlformats.org/officeDocument/2006/relationships/viewProps" Target="/ppt/viewProps.xml" Id="Rcc82364ef654448b" /><Relationship Type="http://schemas.openxmlformats.org/officeDocument/2006/relationships/tableStyles" Target="/ppt/tableStyles.xml" Id="R084ba098b4c64f1e" /><Relationship Type="http://schemas.openxmlformats.org/officeDocument/2006/relationships/slide" Target="/ppt/slides/slide1.xml" Id="Rd749e5639b82467b" /><Relationship Type="http://schemas.openxmlformats.org/officeDocument/2006/relationships/slide" Target="/ppt/slides/slide2.xml" Id="R08bb037670ed4c65" /><Relationship Type="http://schemas.openxmlformats.org/officeDocument/2006/relationships/slide" Target="/ppt/slides/slide3.xml" Id="R3ee489e519604e5a" /><Relationship Type="http://schemas.openxmlformats.org/officeDocument/2006/relationships/slide" Target="/ppt/slides/slide4.xml" Id="Ra93aba819ecd4c6a" /><Relationship Type="http://schemas.openxmlformats.org/officeDocument/2006/relationships/slide" Target="/ppt/slides/slide5.xml" Id="R21f2952007ac4ab5" /><Relationship Type="http://schemas.openxmlformats.org/officeDocument/2006/relationships/slide" Target="/ppt/slides/slide6.xml" Id="R3f13d226b0cb45ca" /><Relationship Type="http://schemas.openxmlformats.org/officeDocument/2006/relationships/slide" Target="/ppt/slides/slide7.xml" Id="R8fa56ef3facf41fb" /><Relationship Type="http://schemas.openxmlformats.org/officeDocument/2006/relationships/slide" Target="/ppt/slides/slide8.xml" Id="R9fd482d1e0a144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786cf6588d47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31795793b546fe" /><Relationship Type="http://schemas.openxmlformats.org/officeDocument/2006/relationships/notesMaster" Target="/ppt/notesMasters/notesMaster1.xml" Id="Rec704055d8674e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87a5b35f89445c" /><Relationship Type="http://schemas.openxmlformats.org/officeDocument/2006/relationships/notesMaster" Target="/ppt/notesMasters/notesMaster1.xml" Id="R96c497308edf4c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55d03216c64673" /><Relationship Type="http://schemas.openxmlformats.org/officeDocument/2006/relationships/notesMaster" Target="/ppt/notesMasters/notesMaster1.xml" Id="Rb7327a5e5fcc4a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d01ac546d24ebd" /><Relationship Type="http://schemas.openxmlformats.org/officeDocument/2006/relationships/notesMaster" Target="/ppt/notesMasters/notesMaster1.xml" Id="Rd04ba35b1ebd46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f78ddc9b464ab5" /><Relationship Type="http://schemas.openxmlformats.org/officeDocument/2006/relationships/notesMaster" Target="/ppt/notesMasters/notesMaster1.xml" Id="Rfbc766cd3b7c45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cdad4c6f5c41df" /><Relationship Type="http://schemas.openxmlformats.org/officeDocument/2006/relationships/notesMaster" Target="/ppt/notesMasters/notesMaster1.xml" Id="R3c7fa9f7a3254d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6d27d5266d4237" /><Relationship Type="http://schemas.openxmlformats.org/officeDocument/2006/relationships/notesMaster" Target="/ppt/notesMasters/notesMaster1.xml" Id="R018c47727e9b41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26a7c7a0334091" /><Relationship Type="http://schemas.openxmlformats.org/officeDocument/2006/relationships/notesMaster" Target="/ppt/notesMasters/notesMaster1.xml" Id="Rb2d87a12d9a449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retrieval question and give students quiet thinking time. Frame Module 5 as part of the concurrent Year 12 strands of theory, Major Textiles Project thinking and examination preparation.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m05s01, local source-grounded learning package.</a:t>
            </a:r>
          </a:p>
          <a:p xmlns:a="http://schemas.openxmlformats.org/drawingml/2006/main">
            <a:r>
              <a:t>- Generated visual: assets/images/m05s01.png,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three named sections as one reasoning sequence. Ask students to listen for the evidence relationship that carries from one section into the next.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m05,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m05s01, local source-grounded learning package.</a:t>
            </a:r>
          </a:p>
          <a:p xmlns:a="http://schemas.openxmlformats.org/drawingml/2006/main">
            <a:r>
              <a:t>- Generated visual: assets/images/m05s01.png,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m05s02, local source-grounded learning package.</a:t>
            </a:r>
          </a:p>
          <a:p xmlns:a="http://schemas.openxmlformats.org/drawingml/2006/main">
            <a:r>
              <a:t>- Generated visual: assets/images/m05s02.png,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m05s03, local source-grounded learning package.</a:t>
            </a:r>
          </a:p>
          <a:p xmlns:a="http://schemas.openxmlformats.org/drawingml/2006/main">
            <a:r>
              <a:t>- Generated visual: assets/images/m05s03.png,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formative pause. Invite one precise sentence for each prompt, then send students back to the matching theory when their explanation names a fact without showing the relationship.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m05,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answer. Keep the talk track moving from the command term to relevant evidence, connected explanation and a final check against the prompt.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m05s03,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with one spoken or written exit response. Direct students to save one formative record in the module and carry only purposeful evidence into My folio; no formal submission condition is asserted here.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m05s01, local source-grounded learning package.</a:t>
            </a:r>
          </a:p>
          <a:p xmlns:a="http://schemas.openxmlformats.org/drawingml/2006/main">
            <a:r>
              <a:t>- Generated visual: assets/images/m05s01.png,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4d6fdde6d43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80db9afa414459" /><Relationship Type="http://schemas.openxmlformats.org/officeDocument/2006/relationships/slideLayout" Target="/ppt/slideLayouts/slideLayout1.xml" Id="R3ce0f4949bbb40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e0f4949bbb40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c06f9de8d4f04" /><Relationship Type="http://schemas.openxmlformats.org/officeDocument/2006/relationships/image" Target="/ppt/media/image.jpeg" Id="Rb1feb7f9d4a64ff9" /><Relationship Type="http://schemas.openxmlformats.org/officeDocument/2006/relationships/notesSlide" Target="/ppt/notesSlides/notesSlide1.xml" Id="Rb5fa1c2e81cd4b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2d5a9aee546d8" /><Relationship Type="http://schemas.openxmlformats.org/officeDocument/2006/relationships/notesSlide" Target="/ppt/notesSlides/notesSlide2.xml" Id="R7f4e03e5900243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14caf5bc94ad4" /><Relationship Type="http://schemas.openxmlformats.org/officeDocument/2006/relationships/image" Target="/ppt/media/image2.jpeg" Id="R37feb89037654efc" /><Relationship Type="http://schemas.openxmlformats.org/officeDocument/2006/relationships/notesSlide" Target="/ppt/notesSlides/notesSlide3.xml" Id="R096d0c1939c941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7d0f1b980444c" /><Relationship Type="http://schemas.openxmlformats.org/officeDocument/2006/relationships/image" Target="/ppt/media/image3.jpeg" Id="Rcce81557138f4a9a" /><Relationship Type="http://schemas.openxmlformats.org/officeDocument/2006/relationships/notesSlide" Target="/ppt/notesSlides/notesSlide4.xml" Id="R1b99eb0bcaa641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e5198721f4f1b" /><Relationship Type="http://schemas.openxmlformats.org/officeDocument/2006/relationships/image" Target="/ppt/media/image4.jpeg" Id="Rf0b0519b4b9d4009" /><Relationship Type="http://schemas.openxmlformats.org/officeDocument/2006/relationships/notesSlide" Target="/ppt/notesSlides/notesSlide5.xml" Id="R917ab57b2daf4b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ef7a9c50b4d53" /><Relationship Type="http://schemas.openxmlformats.org/officeDocument/2006/relationships/notesSlide" Target="/ppt/notesSlides/notesSlide6.xml" Id="R7296c3d9e7fd4a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71bbf23f1412d" /><Relationship Type="http://schemas.openxmlformats.org/officeDocument/2006/relationships/notesSlide" Target="/ppt/notesSlides/notesSlide7.xml" Id="Rcfca1ecf586146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2ebd178544f55" /><Relationship Type="http://schemas.openxmlformats.org/officeDocument/2006/relationships/image" Target="/ppt/media/image.jpeg" Id="R9675cefe81224de9" /><Relationship Type="http://schemas.openxmlformats.org/officeDocument/2006/relationships/notesSlide" Target="/ppt/notesSlides/notesSlide8.xml" Id="R651c0a7dc92a4b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Decoration Techniques and Sampling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Compares surface-decoration approaches, makes context-based hand, machine and hybrid decisions, and evaluates sample…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12 TEXTILES AND DESIGN · MODULE 5 · TERM 1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eb7f9d4a64f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3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Which statement most accurately describes appliqué?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47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sections build Decoration Techniques and Sampling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Appliqué, embroidery and surface decoration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Hand and machine technique decisions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Comparing and evaluating samples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source-grounded knowledge → visible evidence → a supported textile decision.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Appliqué: adding shaped textile pieces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Appliqué: adding shaped textile pieces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Embroidery: building designs with stitches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Connecting decoration effects to end use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“Technique–feature–effect match”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eb89037654e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how added layers and stitched areas change the surface.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Decision criteria for choosing an approach</a:t>
            </a:r>
          </a:p>
        </p:txBody>
      </p:sp>
      <p:cxnSp>
        <p:nvCxnSpPr>
          <p:cNvPr id="41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Decision criteria for choosing an approach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Comparing hand and machine-supported approaches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Hybrid decisions and a worked example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53" name="Pictur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81557138f4a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“Weighted decoration decision matrix” and justify one decision.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Fair comparison of samples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Fair comparison of samples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Evaluation using common criteria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Justifying selection and improvement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“Sample-evidence clinic”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0519b4b9d40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which visible evidence supports the section’s key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relationship—not just the definition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1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Appliqué, embroidery and surface decoration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2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Hand and machine technique decisions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3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Comparing and evaluating samples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evidence-based sentence for each prompt.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287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92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the command term and exact relationship.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Choose relevant course evidence.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evidence to the textile decision.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Make a supported judgement and answer every part.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Evaluate two labelled decoration samples for a stated textile end use, using common criteria and evidence to justify which sample is more suitable while acknowledging a trade-off or limitation.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The evidence shows ____. This matters because ____. Therefore ____.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one decision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76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Record the evidence that makes your reasoning convincing.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Save one module response or activity, then carry useful evidence into My folio.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5cefe81224d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2026-08-30T09:41:47.6320000Z</dcterms:created>
  <dcterms:modified xsi:type="dcterms:W3CDTF">2026-08-30T09:41:47.6320000Z</dcterms:modified>
</coreProperties>
</file>