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36c49dcf348de" /><Relationship Type="http://schemas.openxmlformats.org/officeDocument/2006/relationships/extended-properties" Target="/docProps/app.xml" Id="Rb8f06a606a5e442e" /><Relationship Type="http://schemas.openxmlformats.org/officeDocument/2006/relationships/officeDocument" Target="/ppt/presentation.xml" Id="R1d1a25b23440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8da4f7b5d4a1f"/>
  </p:sldMasterIdLst>
  <p:notesMasterIdLst>
    <p:notesMasterId xmlns:r="http://schemas.openxmlformats.org/officeDocument/2006/relationships" r:id="Rd79b90e7266143f6"/>
  </p:notesMasterIdLst>
  <p:sldIdLst>
    <p:sldId xmlns:r="http://schemas.openxmlformats.org/officeDocument/2006/relationships" id="256" r:id="R05238ed1583f4595"/>
    <p:sldId xmlns:r="http://schemas.openxmlformats.org/officeDocument/2006/relationships" id="257" r:id="Ref9a59091d1448ca"/>
    <p:sldId xmlns:r="http://schemas.openxmlformats.org/officeDocument/2006/relationships" id="258" r:id="R6fb193d4728246d9"/>
    <p:sldId xmlns:r="http://schemas.openxmlformats.org/officeDocument/2006/relationships" id="259" r:id="Rfcde38aa1ed84fb1"/>
    <p:sldId xmlns:r="http://schemas.openxmlformats.org/officeDocument/2006/relationships" id="260" r:id="Rd96afc8d508440af"/>
    <p:sldId xmlns:r="http://schemas.openxmlformats.org/officeDocument/2006/relationships" id="261" r:id="Re28e70bc8cae4b91"/>
    <p:sldId xmlns:r="http://schemas.openxmlformats.org/officeDocument/2006/relationships" id="262" r:id="R3e8d08cfb9b14b9c"/>
    <p:sldId xmlns:r="http://schemas.openxmlformats.org/officeDocument/2006/relationships" id="263" r:id="R9a1bcfaa348043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fb6cb0b0de4da5" /><Relationship Type="http://schemas.openxmlformats.org/officeDocument/2006/relationships/slideMaster" Target="/ppt/slideMasters/slideMaster1.xml" Id="Rc628da4f7b5d4a1f" /><Relationship Type="http://schemas.openxmlformats.org/officeDocument/2006/relationships/notesMaster" Target="/ppt/notesMasters/notesMaster1.xml" Id="Rd79b90e7266143f6" /><Relationship Type="http://schemas.openxmlformats.org/officeDocument/2006/relationships/presProps" Target="/ppt/presProps.xml" Id="R58c3afa00e4d429e" /><Relationship Type="http://schemas.openxmlformats.org/officeDocument/2006/relationships/viewProps" Target="/ppt/viewProps.xml" Id="R6f5a592ffb4f44a1" /><Relationship Type="http://schemas.openxmlformats.org/officeDocument/2006/relationships/tableStyles" Target="/ppt/tableStyles.xml" Id="R18825aaf273141f5" /><Relationship Type="http://schemas.openxmlformats.org/officeDocument/2006/relationships/slide" Target="/ppt/slides/slide1.xml" Id="R05238ed1583f4595" /><Relationship Type="http://schemas.openxmlformats.org/officeDocument/2006/relationships/slide" Target="/ppt/slides/slide2.xml" Id="Ref9a59091d1448ca" /><Relationship Type="http://schemas.openxmlformats.org/officeDocument/2006/relationships/slide" Target="/ppt/slides/slide3.xml" Id="R6fb193d4728246d9" /><Relationship Type="http://schemas.openxmlformats.org/officeDocument/2006/relationships/slide" Target="/ppt/slides/slide4.xml" Id="Rfcde38aa1ed84fb1" /><Relationship Type="http://schemas.openxmlformats.org/officeDocument/2006/relationships/slide" Target="/ppt/slides/slide5.xml" Id="Rd96afc8d508440af" /><Relationship Type="http://schemas.openxmlformats.org/officeDocument/2006/relationships/slide" Target="/ppt/slides/slide6.xml" Id="Re28e70bc8cae4b91" /><Relationship Type="http://schemas.openxmlformats.org/officeDocument/2006/relationships/slide" Target="/ppt/slides/slide7.xml" Id="R3e8d08cfb9b14b9c" /><Relationship Type="http://schemas.openxmlformats.org/officeDocument/2006/relationships/slide" Target="/ppt/slides/slide8.xml" Id="R9a1bcfaa3480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20a55de62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46ae7d60b4534" /><Relationship Type="http://schemas.openxmlformats.org/officeDocument/2006/relationships/notesMaster" Target="/ppt/notesMasters/notesMaster1.xml" Id="Rc76d9a3809fa4a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8828640d84d70" /><Relationship Type="http://schemas.openxmlformats.org/officeDocument/2006/relationships/notesMaster" Target="/ppt/notesMasters/notesMaster1.xml" Id="R6a608be8b14648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1694230184c73" /><Relationship Type="http://schemas.openxmlformats.org/officeDocument/2006/relationships/notesMaster" Target="/ppt/notesMasters/notesMaster1.xml" Id="Rc5dc7d221554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15f5d8a7941f2" /><Relationship Type="http://schemas.openxmlformats.org/officeDocument/2006/relationships/notesMaster" Target="/ppt/notesMasters/notesMaster1.xml" Id="Rbc83b3d015a0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4b9a6821d4bbd" /><Relationship Type="http://schemas.openxmlformats.org/officeDocument/2006/relationships/notesMaster" Target="/ppt/notesMasters/notesMaster1.xml" Id="Rbb2807cf79d746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72c0e951fd439f" /><Relationship Type="http://schemas.openxmlformats.org/officeDocument/2006/relationships/notesMaster" Target="/ppt/notesMasters/notesMaster1.xml" Id="Ra856e22a467742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14b0fcb1a436d" /><Relationship Type="http://schemas.openxmlformats.org/officeDocument/2006/relationships/notesMaster" Target="/ppt/notesMasters/notesMaster1.xml" Id="Rc0e712a7d4e144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91a89f132b486e" /><Relationship Type="http://schemas.openxmlformats.org/officeDocument/2006/relationships/notesMaster" Target="/ppt/notesMasters/notesMaster1.xml" Id="R692b7d133bb3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8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m08s01, local source-grounded learning package.</a:t>
            </a:r>
          </a:p>
          <a:p xmlns:a="http://schemas.openxmlformats.org/drawingml/2006/main">
            <a:r>
              <a:t>- Generated visual: assets/images/m08s01.png,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m08s01, local source-grounded learning package.</a:t>
            </a:r>
          </a:p>
          <a:p xmlns:a="http://schemas.openxmlformats.org/drawingml/2006/main">
            <a:r>
              <a:t>- Generated visual: assets/images/m08s01.png,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m08s02, local source-grounded learning package.</a:t>
            </a:r>
          </a:p>
          <a:p xmlns:a="http://schemas.openxmlformats.org/drawingml/2006/main">
            <a:r>
              <a:t>- Generated visual: assets/images/m08s02.png,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m08s03, local source-grounded learning package.</a:t>
            </a:r>
          </a:p>
          <a:p xmlns:a="http://schemas.openxmlformats.org/drawingml/2006/main">
            <a:r>
              <a:t>- Generated visual: assets/images/m08s03.png,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m08s01, local source-grounded learning package.</a:t>
            </a:r>
          </a:p>
          <a:p xmlns:a="http://schemas.openxmlformats.org/drawingml/2006/main">
            <a:r>
              <a:t>- Generated visual: assets/images/m08s01.png,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0c6c39867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3f28d42e74233" /><Relationship Type="http://schemas.openxmlformats.org/officeDocument/2006/relationships/slideLayout" Target="/ppt/slideLayouts/slideLayout1.xml" Id="R281f86b43cda4a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f86b43cda4a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5b7b97b624144" /><Relationship Type="http://schemas.openxmlformats.org/officeDocument/2006/relationships/image" Target="/ppt/media/image.jpeg" Id="R1937a61cd0044e4b" /><Relationship Type="http://schemas.openxmlformats.org/officeDocument/2006/relationships/notesSlide" Target="/ppt/notesSlides/notesSlide1.xml" Id="R7331216f7152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985baebe48a6" /><Relationship Type="http://schemas.openxmlformats.org/officeDocument/2006/relationships/notesSlide" Target="/ppt/notesSlides/notesSlide2.xml" Id="Re44aa8f80dfd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2780fd274f12" /><Relationship Type="http://schemas.openxmlformats.org/officeDocument/2006/relationships/image" Target="/ppt/media/image2.jpeg" Id="R04310ff0bc214549" /><Relationship Type="http://schemas.openxmlformats.org/officeDocument/2006/relationships/notesSlide" Target="/ppt/notesSlides/notesSlide3.xml" Id="R1fc6bcf6c90e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f79aae11340f7" /><Relationship Type="http://schemas.openxmlformats.org/officeDocument/2006/relationships/image" Target="/ppt/media/image3.jpeg" Id="R50ccc499f6f04fa7" /><Relationship Type="http://schemas.openxmlformats.org/officeDocument/2006/relationships/notesSlide" Target="/ppt/notesSlides/notesSlide4.xml" Id="R36ef72e3d1c0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6c45a3bad430d" /><Relationship Type="http://schemas.openxmlformats.org/officeDocument/2006/relationships/image" Target="/ppt/media/image4.jpeg" Id="Rda0a91a864c54288" /><Relationship Type="http://schemas.openxmlformats.org/officeDocument/2006/relationships/notesSlide" Target="/ppt/notesSlides/notesSlide5.xml" Id="Rfade95d0484d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f7f86e7914655" /><Relationship Type="http://schemas.openxmlformats.org/officeDocument/2006/relationships/notesSlide" Target="/ppt/notesSlides/notesSlide6.xml" Id="R83a52dea42f142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b1782368248aa" /><Relationship Type="http://schemas.openxmlformats.org/officeDocument/2006/relationships/notesSlide" Target="/ppt/notesSlides/notesSlide7.xml" Id="Rb40ebe461cc648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921c738ff4f76" /><Relationship Type="http://schemas.openxmlformats.org/officeDocument/2006/relationships/image" Target="/ppt/media/image.jpeg" Id="Ra3c89c1aa2ae469b" /><Relationship Type="http://schemas.openxmlformats.org/officeDocument/2006/relationships/notesSlide" Target="/ppt/notesSlides/notesSlide8.xml" Id="R7e45897891024c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2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Experimentation and Design Decisions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 fair textile investigations, record traceable samples and results, and turn evidence into qualified, justified design…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8 · TERM 1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7a61cd0044e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strongest starting point for planning a useful textile investigation?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3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Experimentation and Design Decisions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Building a fair and useful investigation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samples, observations and results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Evaluation and justified design change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From design uncertainty to testable variables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From design uncertainty to testable variables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Making the comparison fair enough to be useful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plan: comparing two alternatives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“Classify variables and repair a fair test”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10ff0bc2145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traceable evidence record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Build a traceable evidence record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Separate observations from results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record: two finish samples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cc499f6f04f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“Repair a traceable evidence record”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21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judgement from claim, evidence and reasoning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Build a judgement from claim, evidence and reasoning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Match confidence to the strength of the evidence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change: mixed evidence and a targeted next step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“Match claims, evidence and justified action”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a91a864c542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Building a fair and useful investigation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Recording samples, observations and results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Evaluation and justified design change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Evaluate mixed investigation evidence from two generic textile samples and justify an appropriate keep, modify, reject or retest decision for the design feature being investigated.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Compared with the pre-stated criterion, the evidence indicates that...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89c1aa2ae46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2026-08-30T09:41:59.3360000Z</dcterms:created>
  <dcterms:modified xsi:type="dcterms:W3CDTF">2026-08-30T09:41:59.3360000Z</dcterms:modified>
</coreProperties>
</file>