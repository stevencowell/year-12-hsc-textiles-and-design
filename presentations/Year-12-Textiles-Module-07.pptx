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ebdecab3a457e" /><Relationship Type="http://schemas.openxmlformats.org/officeDocument/2006/relationships/extended-properties" Target="/docProps/app.xml" Id="Rba7601caad6343a9" /><Relationship Type="http://schemas.openxmlformats.org/officeDocument/2006/relationships/officeDocument" Target="/ppt/presentation.xml" Id="R58b92aece7f2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ccbfd7b13449c"/>
  </p:sldMasterIdLst>
  <p:notesMasterIdLst>
    <p:notesMasterId xmlns:r="http://schemas.openxmlformats.org/officeDocument/2006/relationships" r:id="R2f554fa1cb954fa4"/>
  </p:notesMasterIdLst>
  <p:sldIdLst>
    <p:sldId xmlns:r="http://schemas.openxmlformats.org/officeDocument/2006/relationships" id="256" r:id="Rdeffbfd16791489d"/>
    <p:sldId xmlns:r="http://schemas.openxmlformats.org/officeDocument/2006/relationships" id="257" r:id="Rc57aa32e68194309"/>
    <p:sldId xmlns:r="http://schemas.openxmlformats.org/officeDocument/2006/relationships" id="258" r:id="R1a509967adcd4c73"/>
    <p:sldId xmlns:r="http://schemas.openxmlformats.org/officeDocument/2006/relationships" id="259" r:id="Ra801eeec59db49f3"/>
    <p:sldId xmlns:r="http://schemas.openxmlformats.org/officeDocument/2006/relationships" id="260" r:id="R7575b2a6c54e40b1"/>
    <p:sldId xmlns:r="http://schemas.openxmlformats.org/officeDocument/2006/relationships" id="261" r:id="R46b7b607ac134ec0"/>
    <p:sldId xmlns:r="http://schemas.openxmlformats.org/officeDocument/2006/relationships" id="262" r:id="Rfd421215a19e4d3f"/>
    <p:sldId xmlns:r="http://schemas.openxmlformats.org/officeDocument/2006/relationships" id="263" r:id="R39c9d01bc2d8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798042837f4372" /><Relationship Type="http://schemas.openxmlformats.org/officeDocument/2006/relationships/slideMaster" Target="/ppt/slideMasters/slideMaster1.xml" Id="Rc95ccbfd7b13449c" /><Relationship Type="http://schemas.openxmlformats.org/officeDocument/2006/relationships/notesMaster" Target="/ppt/notesMasters/notesMaster1.xml" Id="R2f554fa1cb954fa4" /><Relationship Type="http://schemas.openxmlformats.org/officeDocument/2006/relationships/presProps" Target="/ppt/presProps.xml" Id="Rb972ebd4a9834145" /><Relationship Type="http://schemas.openxmlformats.org/officeDocument/2006/relationships/viewProps" Target="/ppt/viewProps.xml" Id="R8aaa689bdf094a32" /><Relationship Type="http://schemas.openxmlformats.org/officeDocument/2006/relationships/tableStyles" Target="/ppt/tableStyles.xml" Id="Rdcc17597286a4728" /><Relationship Type="http://schemas.openxmlformats.org/officeDocument/2006/relationships/slide" Target="/ppt/slides/slide1.xml" Id="Rdeffbfd16791489d" /><Relationship Type="http://schemas.openxmlformats.org/officeDocument/2006/relationships/slide" Target="/ppt/slides/slide2.xml" Id="Rc57aa32e68194309" /><Relationship Type="http://schemas.openxmlformats.org/officeDocument/2006/relationships/slide" Target="/ppt/slides/slide3.xml" Id="R1a509967adcd4c73" /><Relationship Type="http://schemas.openxmlformats.org/officeDocument/2006/relationships/slide" Target="/ppt/slides/slide4.xml" Id="Ra801eeec59db49f3" /><Relationship Type="http://schemas.openxmlformats.org/officeDocument/2006/relationships/slide" Target="/ppt/slides/slide5.xml" Id="R7575b2a6c54e40b1" /><Relationship Type="http://schemas.openxmlformats.org/officeDocument/2006/relationships/slide" Target="/ppt/slides/slide6.xml" Id="R46b7b607ac134ec0" /><Relationship Type="http://schemas.openxmlformats.org/officeDocument/2006/relationships/slide" Target="/ppt/slides/slide7.xml" Id="Rfd421215a19e4d3f" /><Relationship Type="http://schemas.openxmlformats.org/officeDocument/2006/relationships/slide" Target="/ppt/slides/slide8.xml" Id="R39c9d01bc2d8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9575c6641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4fefd0da044346" /><Relationship Type="http://schemas.openxmlformats.org/officeDocument/2006/relationships/notesMaster" Target="/ppt/notesMasters/notesMaster1.xml" Id="R778b07e36ff845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a470abd874626" /><Relationship Type="http://schemas.openxmlformats.org/officeDocument/2006/relationships/notesMaster" Target="/ppt/notesMasters/notesMaster1.xml" Id="Rb119b6e8eb3b44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66bc000af4465" /><Relationship Type="http://schemas.openxmlformats.org/officeDocument/2006/relationships/notesMaster" Target="/ppt/notesMasters/notesMaster1.xml" Id="Rea5caa2c9065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b76ff558fb4690" /><Relationship Type="http://schemas.openxmlformats.org/officeDocument/2006/relationships/notesMaster" Target="/ppt/notesMasters/notesMaster1.xml" Id="Ra6028343d8b8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472b5fd7484a39" /><Relationship Type="http://schemas.openxmlformats.org/officeDocument/2006/relationships/notesMaster" Target="/ppt/notesMasters/notesMaster1.xml" Id="R50d080d4fd0a45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7e98de2e024f82" /><Relationship Type="http://schemas.openxmlformats.org/officeDocument/2006/relationships/notesMaster" Target="/ppt/notesMasters/notesMaster1.xml" Id="Rb054d097c6e947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2e03d72e541ea" /><Relationship Type="http://schemas.openxmlformats.org/officeDocument/2006/relationships/notesMaster" Target="/ppt/notesMasters/notesMaster1.xml" Id="R9596b74da7e34d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7b7f50ee784367" /><Relationship Type="http://schemas.openxmlformats.org/officeDocument/2006/relationships/notesMaster" Target="/ppt/notesMasters/notesMaster1.xml" Id="R7fb1af258094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7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m07s01, local source-grounded learning package.</a:t>
            </a:r>
          </a:p>
          <a:p xmlns:a="http://schemas.openxmlformats.org/drawingml/2006/main">
            <a:r>
              <a:t>- Generated visual: assets/images/m07s01.png,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m07s01, local source-grounded learning package.</a:t>
            </a:r>
          </a:p>
          <a:p xmlns:a="http://schemas.openxmlformats.org/drawingml/2006/main">
            <a:r>
              <a:t>- Generated visual: assets/images/m07s01.png,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m07s02, local source-grounded learning package.</a:t>
            </a:r>
          </a:p>
          <a:p xmlns:a="http://schemas.openxmlformats.org/drawingml/2006/main">
            <a:r>
              <a:t>- Generated visual: assets/images/m07s02.png,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m07s03, local source-grounded learning package.</a:t>
            </a:r>
          </a:p>
          <a:p xmlns:a="http://schemas.openxmlformats.org/drawingml/2006/main">
            <a:r>
              <a:t>- Generated visual: assets/images/m07s03.png,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course-content.js: m07s01, local source-grounded learning package.</a:t>
            </a:r>
          </a:p>
          <a:p xmlns:a="http://schemas.openxmlformats.org/drawingml/2006/main">
            <a:r>
              <a:t>- Generated visual: assets/images/m07s01.png,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32ff8f7a1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1681aae7134286" /><Relationship Type="http://schemas.openxmlformats.org/officeDocument/2006/relationships/slideLayout" Target="/ppt/slideLayouts/slideLayout1.xml" Id="R2073ef5d740f43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73ef5d740f43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e3ca7d9fb40e8" /><Relationship Type="http://schemas.openxmlformats.org/officeDocument/2006/relationships/image" Target="/ppt/media/image.jpeg" Id="Rc3ef36dff0324f57" /><Relationship Type="http://schemas.openxmlformats.org/officeDocument/2006/relationships/notesSlide" Target="/ppt/notesSlides/notesSlide1.xml" Id="Rcd14e9a01e27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0ea18477c472a" /><Relationship Type="http://schemas.openxmlformats.org/officeDocument/2006/relationships/notesSlide" Target="/ppt/notesSlides/notesSlide2.xml" Id="R1d4555babd6e42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359bb34c54cfb" /><Relationship Type="http://schemas.openxmlformats.org/officeDocument/2006/relationships/image" Target="/ppt/media/image2.jpeg" Id="R45e2d64f981a41f6" /><Relationship Type="http://schemas.openxmlformats.org/officeDocument/2006/relationships/notesSlide" Target="/ppt/notesSlides/notesSlide3.xml" Id="R5f042722e55e48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57699f80544f5" /><Relationship Type="http://schemas.openxmlformats.org/officeDocument/2006/relationships/image" Target="/ppt/media/image3.jpeg" Id="R3573614ec1334030" /><Relationship Type="http://schemas.openxmlformats.org/officeDocument/2006/relationships/notesSlide" Target="/ppt/notesSlides/notesSlide4.xml" Id="R5bdd1a2d36df44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f5ba65654077" /><Relationship Type="http://schemas.openxmlformats.org/officeDocument/2006/relationships/image" Target="/ppt/media/image4.jpeg" Id="R5c3c8d4ae99e4870" /><Relationship Type="http://schemas.openxmlformats.org/officeDocument/2006/relationships/notesSlide" Target="/ppt/notesSlides/notesSlide5.xml" Id="Rf91aa33f032743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ee7b5aad433b" /><Relationship Type="http://schemas.openxmlformats.org/officeDocument/2006/relationships/notesSlide" Target="/ppt/notesSlides/notesSlide6.xml" Id="R69772a849445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73931c4d244d0" /><Relationship Type="http://schemas.openxmlformats.org/officeDocument/2006/relationships/notesSlide" Target="/ppt/notesSlides/notesSlide7.xml" Id="Raa955e1eb065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7c93d7d14b2e" /><Relationship Type="http://schemas.openxmlformats.org/officeDocument/2006/relationships/image" Target="/ppt/media/image.jpeg" Id="Rc3fb516905fc448f" /><Relationship Type="http://schemas.openxmlformats.org/officeDocument/2006/relationships/notesSlide" Target="/ppt/notesSlides/notesSlide8.xml" Id="Rc97fc571bf1d45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MTP Design Development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Develop a defensible MTP direction through divergent ideas, functional and aesthetic analysis, and clear drawings…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7 · TERM 1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f36dff0324f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main purpose of divergent thinking during design development?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MTP Design Development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Generating ideas and choosing a final direction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Functional and aesthetic analysis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Drawings, specifications and time planning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Generate a purposeful range of ideas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Generate a purposeful range of ideas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Use criteria to move from options to a direction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choice: compare, select and record the decision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“Rank design directions using weighted.”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2d64f981a41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how the three concepts differ meaningfully rather than being minor variations.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Analyse functional and aesthetic requirements together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Analyse functional and aesthetic requirements together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Turn preferences into observable or testable criteria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analysis: a generic textile organiser or carry item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3614ec13340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“Match requirements and resolve a trade-off”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drawings for different communication jobs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Use drawings for different communication jobs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Convert design intent into clear specifications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Plan tasks, dependencies, checks and contingency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“Sequence dependencies and respond to.”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c8d4ae99e48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how the appearance sketch, technical drawing and task sequence serve different purposes.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Generating ideas and choosing a final direction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Functional and aesthetic analysis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Drawings, specifications and time planning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drawings, specifications and a dependency-aware time plan can work together to communicate and manage the development of a generic textile design direction for both technical and non-technical audiences.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b516905fc44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2026-08-30T09:41:55.3550000Z</dcterms:created>
  <dcterms:modified xsi:type="dcterms:W3CDTF">2026-08-30T09:41:55.3550000Z</dcterms:modified>
</coreProperties>
</file>