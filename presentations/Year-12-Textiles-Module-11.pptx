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5b1a20ac1e4082" /><Relationship Type="http://schemas.openxmlformats.org/officeDocument/2006/relationships/extended-properties" Target="/docProps/app.xml" Id="Rb989302599624b82" /><Relationship Type="http://schemas.openxmlformats.org/officeDocument/2006/relationships/officeDocument" Target="/ppt/presentation.xml" Id="Rc31c3aa86d044600" /></Relationships>
</file>

<file path=ppt/presentation.xml><?xml version="1.0" encoding="utf-8"?>
<p:presentation xmlns:p="http://schemas.openxmlformats.org/presentationml/2006/main">
  <p:sldMasterIdLst>
    <p:sldMasterId xmlns:r="http://schemas.openxmlformats.org/officeDocument/2006/relationships" id="2147483648" r:id="R09d03cbcdd6e4df3"/>
  </p:sldMasterIdLst>
  <p:notesMasterIdLst>
    <p:notesMasterId xmlns:r="http://schemas.openxmlformats.org/officeDocument/2006/relationships" r:id="R7fc70db0c912434e"/>
  </p:notesMasterIdLst>
  <p:sldIdLst>
    <p:sldId xmlns:r="http://schemas.openxmlformats.org/officeDocument/2006/relationships" id="256" r:id="R864518986fe54892"/>
    <p:sldId xmlns:r="http://schemas.openxmlformats.org/officeDocument/2006/relationships" id="257" r:id="R9ae15e6472a84452"/>
    <p:sldId xmlns:r="http://schemas.openxmlformats.org/officeDocument/2006/relationships" id="258" r:id="R5bbe00b3c8a3474b"/>
    <p:sldId xmlns:r="http://schemas.openxmlformats.org/officeDocument/2006/relationships" id="259" r:id="R87af9258cf464f5b"/>
    <p:sldId xmlns:r="http://schemas.openxmlformats.org/officeDocument/2006/relationships" id="260" r:id="Rca7d8571eaf04eb6"/>
    <p:sldId xmlns:r="http://schemas.openxmlformats.org/officeDocument/2006/relationships" id="261" r:id="R6b62e9287309468e"/>
    <p:sldId xmlns:r="http://schemas.openxmlformats.org/officeDocument/2006/relationships" id="262" r:id="Rc1b67667b0464490"/>
    <p:sldId xmlns:r="http://schemas.openxmlformats.org/officeDocument/2006/relationships" id="263" r:id="R65655dc17bee42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e1390a0bac3464a" /><Relationship Type="http://schemas.openxmlformats.org/officeDocument/2006/relationships/slideMaster" Target="/ppt/slideMasters/slideMaster1.xml" Id="R09d03cbcdd6e4df3" /><Relationship Type="http://schemas.openxmlformats.org/officeDocument/2006/relationships/notesMaster" Target="/ppt/notesMasters/notesMaster1.xml" Id="R7fc70db0c912434e" /><Relationship Type="http://schemas.openxmlformats.org/officeDocument/2006/relationships/presProps" Target="/ppt/presProps.xml" Id="Rb6e51102c09a4b4f" /><Relationship Type="http://schemas.openxmlformats.org/officeDocument/2006/relationships/viewProps" Target="/ppt/viewProps.xml" Id="Re80228fc47ae4ac3" /><Relationship Type="http://schemas.openxmlformats.org/officeDocument/2006/relationships/tableStyles" Target="/ppt/tableStyles.xml" Id="Rcd60cac59506486d" /><Relationship Type="http://schemas.openxmlformats.org/officeDocument/2006/relationships/slide" Target="/ppt/slides/slide1.xml" Id="R864518986fe54892" /><Relationship Type="http://schemas.openxmlformats.org/officeDocument/2006/relationships/slide" Target="/ppt/slides/slide2.xml" Id="R9ae15e6472a84452" /><Relationship Type="http://schemas.openxmlformats.org/officeDocument/2006/relationships/slide" Target="/ppt/slides/slide3.xml" Id="R5bbe00b3c8a3474b" /><Relationship Type="http://schemas.openxmlformats.org/officeDocument/2006/relationships/slide" Target="/ppt/slides/slide4.xml" Id="R87af9258cf464f5b" /><Relationship Type="http://schemas.openxmlformats.org/officeDocument/2006/relationships/slide" Target="/ppt/slides/slide5.xml" Id="Rca7d8571eaf04eb6" /><Relationship Type="http://schemas.openxmlformats.org/officeDocument/2006/relationships/slide" Target="/ppt/slides/slide6.xml" Id="R6b62e9287309468e" /><Relationship Type="http://schemas.openxmlformats.org/officeDocument/2006/relationships/slide" Target="/ppt/slides/slide7.xml" Id="Rc1b67667b0464490" /><Relationship Type="http://schemas.openxmlformats.org/officeDocument/2006/relationships/slide" Target="/ppt/slides/slide8.xml" Id="R65655dc17bee42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385db86d1c4c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2f26af3d58440b" /><Relationship Type="http://schemas.openxmlformats.org/officeDocument/2006/relationships/notesMaster" Target="/ppt/notesMasters/notesMaster1.xml" Id="R1504214cff8d4f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d21b8764104707" /><Relationship Type="http://schemas.openxmlformats.org/officeDocument/2006/relationships/notesMaster" Target="/ppt/notesMasters/notesMaster1.xml" Id="R9b4cf0816b4e43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04ed060b764003" /><Relationship Type="http://schemas.openxmlformats.org/officeDocument/2006/relationships/notesMaster" Target="/ppt/notesMasters/notesMaster1.xml" Id="R62363e7b071046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bc4c37eb4e4f4e" /><Relationship Type="http://schemas.openxmlformats.org/officeDocument/2006/relationships/notesMaster" Target="/ppt/notesMasters/notesMaster1.xml" Id="R7cea7a41a49946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2c7f8fc92f4b92" /><Relationship Type="http://schemas.openxmlformats.org/officeDocument/2006/relationships/notesMaster" Target="/ppt/notesMasters/notesMaster1.xml" Id="Rbbaf3e4504a746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c1de25d95b4171" /><Relationship Type="http://schemas.openxmlformats.org/officeDocument/2006/relationships/notesMaster" Target="/ppt/notesMasters/notesMaster1.xml" Id="R3938d2dd3fca45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110c0dcdae4aca" /><Relationship Type="http://schemas.openxmlformats.org/officeDocument/2006/relationships/notesMaster" Target="/ppt/notesMasters/notesMaster1.xml" Id="Ra96dc254a6694a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59e532ebec4b6b" /><Relationship Type="http://schemas.openxmlformats.org/officeDocument/2006/relationships/notesMaster" Target="/ppt/notesMasters/notesMaster1.xml" Id="Rde3b27d71ea54b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11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m11s01, local source-grounded learning package.</a:t>
            </a:r>
          </a:p>
          <a:p xmlns:a="http://schemas.openxmlformats.org/drawingml/2006/main">
            <a:r>
              <a:t>- Generated visual: assets/images/m11s01.png,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m11s01, local source-grounded learning package.</a:t>
            </a:r>
          </a:p>
          <a:p xmlns:a="http://schemas.openxmlformats.org/drawingml/2006/main">
            <a:r>
              <a:t>- Generated visual: assets/images/m11s01.png,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m11s02, local source-grounded learning package.</a:t>
            </a:r>
          </a:p>
          <a:p xmlns:a="http://schemas.openxmlformats.org/drawingml/2006/main">
            <a:r>
              <a:t>- Generated visual: assets/images/m11s02.png,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m11s03, local source-grounded learning package.</a:t>
            </a:r>
          </a:p>
          <a:p xmlns:a="http://schemas.openxmlformats.org/drawingml/2006/main">
            <a:r>
              <a:t>- Generated visual: assets/images/m11s03.png,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m11s01, local source-grounded learning package.</a:t>
            </a:r>
          </a:p>
          <a:p xmlns:a="http://schemas.openxmlformats.org/drawingml/2006/main">
            <a:r>
              <a:t>- Generated visual: assets/images/m11s01.png,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5358c1c7d4b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cda3418ac64efa" /><Relationship Type="http://schemas.openxmlformats.org/officeDocument/2006/relationships/slideLayout" Target="/ppt/slideLayouts/slideLayout1.xml" Id="R2702f129817345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02f129817345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ccf6503c764acd" /><Relationship Type="http://schemas.openxmlformats.org/officeDocument/2006/relationships/image" Target="/ppt/media/image.jpeg" Id="Ra26a20bd0edf427e" /><Relationship Type="http://schemas.openxmlformats.org/officeDocument/2006/relationships/notesSlide" Target="/ppt/notesSlides/notesSlide1.xml" Id="R37107f594a8e45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3d64e25f274f7e" /><Relationship Type="http://schemas.openxmlformats.org/officeDocument/2006/relationships/notesSlide" Target="/ppt/notesSlides/notesSlide2.xml" Id="R77cee1ea21e940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17e792600f4024" /><Relationship Type="http://schemas.openxmlformats.org/officeDocument/2006/relationships/image" Target="/ppt/media/image2.jpeg" Id="Ra041b41e1b934765" /><Relationship Type="http://schemas.openxmlformats.org/officeDocument/2006/relationships/notesSlide" Target="/ppt/notesSlides/notesSlide3.xml" Id="R64019d80896a43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09a1fea21a42cd" /><Relationship Type="http://schemas.openxmlformats.org/officeDocument/2006/relationships/image" Target="/ppt/media/image3.jpeg" Id="Rc45e1aa9534c450e" /><Relationship Type="http://schemas.openxmlformats.org/officeDocument/2006/relationships/notesSlide" Target="/ppt/notesSlides/notesSlide4.xml" Id="Ra5063e37cc3e41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d9f8811eae49a7" /><Relationship Type="http://schemas.openxmlformats.org/officeDocument/2006/relationships/image" Target="/ppt/media/image4.jpeg" Id="R8b583f577c594074" /><Relationship Type="http://schemas.openxmlformats.org/officeDocument/2006/relationships/notesSlide" Target="/ppt/notesSlides/notesSlide5.xml" Id="R160dde2a5df54a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594d92351e4d0f" /><Relationship Type="http://schemas.openxmlformats.org/officeDocument/2006/relationships/notesSlide" Target="/ppt/notesSlides/notesSlide6.xml" Id="Rb140700c3f6348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2624692a244a0d" /><Relationship Type="http://schemas.openxmlformats.org/officeDocument/2006/relationships/notesSlide" Target="/ppt/notesSlides/notesSlide7.xml" Id="Rd66b137dd3b543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d905bde1214cd8" /><Relationship Type="http://schemas.openxmlformats.org/officeDocument/2006/relationships/image" Target="/ppt/media/image.jpeg" Id="R28a0b081c23a45d4" /><Relationship Type="http://schemas.openxmlformats.org/officeDocument/2006/relationships/notesSlide" Target="/ppt/notesSlides/notesSlide8.xml" Id="R736579dd1ca34d20"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88095"/>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Machinery, Seamless Technology and Enhancement</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Explains how machinery, computer-supported production and seamless technology can change construction, performance…</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11 · TERM 2</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a26a20bd0edf427e"/>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Which statement best distinguishes a technology's function from a possible production consequence?</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84325"/>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Machinery, Seamless Technology and Enhancement</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Machinery and production technologies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Seamless technology and construction change</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Decorative enhancement, efficiency and quality</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Technology function: what does the system do?</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Technology function: what does the system do?</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Production effects: what might change?</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Trade-offs: choosing with evidence</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“Build the consequence chain”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a041b41e1b934765"/>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What seamless technology means</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What seamless technology means</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How construction can change</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Performance effects and trade-offs</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c45e1aa9534c450e"/>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“Construction pathway sort and trade-off.”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Enhancement purpose and surface effect</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Enhancement purpose and surface effect</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Efficiency and quality are broader judgements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Evidence-based comparison and qualified choice</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“Anonymous quality-control sampling challenge”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8b583f577c594074"/>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Machinery and production technologies</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Seamless technology and construction change</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Decorative enhancement, efficiency and quality</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7222"/>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Evaluate the suitability of conventional and technology-supported decorative enhancement for a fictional textile end use, using evidence about surface effect, accuracy, efficiency, quality and material response to make a qualified judgement.</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28a0b081c23a45d4"/>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2026-08-30T09:42:11.1830000Z</dcterms:created>
  <dcterms:modified xsi:type="dcterms:W3CDTF">2026-08-30T09:42:11.1830000Z</dcterms:modified>
</coreProperties>
</file>