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47f979b10e4328" /><Relationship Type="http://schemas.openxmlformats.org/officeDocument/2006/relationships/extended-properties" Target="/docProps/app.xml" Id="R078c0302082e43ec" /><Relationship Type="http://schemas.openxmlformats.org/officeDocument/2006/relationships/officeDocument" Target="/ppt/presentation.xml" Id="R63d52c64e5b8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fe2714ec84e28"/>
  </p:sldMasterIdLst>
  <p:notesMasterIdLst>
    <p:notesMasterId xmlns:r="http://schemas.openxmlformats.org/officeDocument/2006/relationships" r:id="R7ba49f0a4b974bea"/>
  </p:notesMasterIdLst>
  <p:sldIdLst>
    <p:sldId xmlns:r="http://schemas.openxmlformats.org/officeDocument/2006/relationships" id="256" r:id="R7f8d5993cb0a472b"/>
    <p:sldId xmlns:r="http://schemas.openxmlformats.org/officeDocument/2006/relationships" id="257" r:id="R97eeda4d13414f5b"/>
    <p:sldId xmlns:r="http://schemas.openxmlformats.org/officeDocument/2006/relationships" id="258" r:id="R2e1d593027704386"/>
    <p:sldId xmlns:r="http://schemas.openxmlformats.org/officeDocument/2006/relationships" id="259" r:id="R5d8adb2a77ba4a93"/>
    <p:sldId xmlns:r="http://schemas.openxmlformats.org/officeDocument/2006/relationships" id="260" r:id="R0607e7dadd4f4905"/>
    <p:sldId xmlns:r="http://schemas.openxmlformats.org/officeDocument/2006/relationships" id="261" r:id="Re8a7fad6dd124df7"/>
    <p:sldId xmlns:r="http://schemas.openxmlformats.org/officeDocument/2006/relationships" id="262" r:id="Racd64bf28ee54f13"/>
    <p:sldId xmlns:r="http://schemas.openxmlformats.org/officeDocument/2006/relationships" id="263" r:id="R4b70443db74842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3c14bb48104046" /><Relationship Type="http://schemas.openxmlformats.org/officeDocument/2006/relationships/slideMaster" Target="/ppt/slideMasters/slideMaster1.xml" Id="Rc03fe2714ec84e28" /><Relationship Type="http://schemas.openxmlformats.org/officeDocument/2006/relationships/notesMaster" Target="/ppt/notesMasters/notesMaster1.xml" Id="R7ba49f0a4b974bea" /><Relationship Type="http://schemas.openxmlformats.org/officeDocument/2006/relationships/presProps" Target="/ppt/presProps.xml" Id="R80a8851cea554810" /><Relationship Type="http://schemas.openxmlformats.org/officeDocument/2006/relationships/viewProps" Target="/ppt/viewProps.xml" Id="R5b120e16637243ef" /><Relationship Type="http://schemas.openxmlformats.org/officeDocument/2006/relationships/tableStyles" Target="/ppt/tableStyles.xml" Id="R6135046526f84ed5" /><Relationship Type="http://schemas.openxmlformats.org/officeDocument/2006/relationships/slide" Target="/ppt/slides/slide1.xml" Id="R7f8d5993cb0a472b" /><Relationship Type="http://schemas.openxmlformats.org/officeDocument/2006/relationships/slide" Target="/ppt/slides/slide2.xml" Id="R97eeda4d13414f5b" /><Relationship Type="http://schemas.openxmlformats.org/officeDocument/2006/relationships/slide" Target="/ppt/slides/slide3.xml" Id="R2e1d593027704386" /><Relationship Type="http://schemas.openxmlformats.org/officeDocument/2006/relationships/slide" Target="/ppt/slides/slide4.xml" Id="R5d8adb2a77ba4a93" /><Relationship Type="http://schemas.openxmlformats.org/officeDocument/2006/relationships/slide" Target="/ppt/slides/slide5.xml" Id="R0607e7dadd4f4905" /><Relationship Type="http://schemas.openxmlformats.org/officeDocument/2006/relationships/slide" Target="/ppt/slides/slide6.xml" Id="Re8a7fad6dd124df7" /><Relationship Type="http://schemas.openxmlformats.org/officeDocument/2006/relationships/slide" Target="/ppt/slides/slide7.xml" Id="Racd64bf28ee54f13" /><Relationship Type="http://schemas.openxmlformats.org/officeDocument/2006/relationships/slide" Target="/ppt/slides/slide8.xml" Id="R4b70443db748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4e6478fbac4f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50f13207d4bf3" /><Relationship Type="http://schemas.openxmlformats.org/officeDocument/2006/relationships/notesMaster" Target="/ppt/notesMasters/notesMaster1.xml" Id="Rd4b7b9e627524b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e3e0aa1acb410f" /><Relationship Type="http://schemas.openxmlformats.org/officeDocument/2006/relationships/notesMaster" Target="/ppt/notesMasters/notesMaster1.xml" Id="R010f8b28d0684c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a59bbb9c274bb8" /><Relationship Type="http://schemas.openxmlformats.org/officeDocument/2006/relationships/notesMaster" Target="/ppt/notesMasters/notesMaster1.xml" Id="R011f820cede9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d8e2a5d0f54018" /><Relationship Type="http://schemas.openxmlformats.org/officeDocument/2006/relationships/notesMaster" Target="/ppt/notesMasters/notesMaster1.xml" Id="R9a0a100f7dac43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7b93165247477f" /><Relationship Type="http://schemas.openxmlformats.org/officeDocument/2006/relationships/notesMaster" Target="/ppt/notesMasters/notesMaster1.xml" Id="Re7dece5d6ec342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042af475e4ad2" /><Relationship Type="http://schemas.openxmlformats.org/officeDocument/2006/relationships/notesMaster" Target="/ppt/notesMasters/notesMaster1.xml" Id="R3d8cd0c26db6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6948ce4bfc40f9" /><Relationship Type="http://schemas.openxmlformats.org/officeDocument/2006/relationships/notesMaster" Target="/ppt/notesMasters/notesMaster1.xml" Id="Rd8ff7cfdfff542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86ca6dac81493a" /><Relationship Type="http://schemas.openxmlformats.org/officeDocument/2006/relationships/notesMaster" Target="/ppt/notesMasters/notesMaster1.xml" Id="R87a759bf41fb4a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4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m04s01, local source-grounded learning package.</a:t>
            </a:r>
          </a:p>
          <a:p xmlns:a="http://schemas.openxmlformats.org/drawingml/2006/main">
            <a:r>
              <a:t>- Generated visual: assets/images/m04s01.png,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m04s01, local source-grounded learning package.</a:t>
            </a:r>
          </a:p>
          <a:p xmlns:a="http://schemas.openxmlformats.org/drawingml/2006/main">
            <a:r>
              <a:t>- Generated visual: assets/images/m04s01.png,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m04s02, local source-grounded learning package.</a:t>
            </a:r>
          </a:p>
          <a:p xmlns:a="http://schemas.openxmlformats.org/drawingml/2006/main">
            <a:r>
              <a:t>- Generated visual: assets/images/m04s02.png,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m04s03, local source-grounded learning package.</a:t>
            </a:r>
          </a:p>
          <a:p xmlns:a="http://schemas.openxmlformats.org/drawingml/2006/main">
            <a:r>
              <a:t>- Generated visual: assets/images/m04s03.png,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SRC-WWHS-COLOUR-PROGRAM: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SRC-WWHS-TASK3-HISTORICAL: authorised course source.</a:t>
            </a:r>
          </a:p>
          <a:p xmlns:a="http://schemas.openxmlformats.org/drawingml/2006/main">
            <a:r>
              <a:t>- course-content.js: m04s01, local source-grounded learning package.</a:t>
            </a:r>
          </a:p>
          <a:p xmlns:a="http://schemas.openxmlformats.org/drawingml/2006/main">
            <a:r>
              <a:t>- Generated visual: assets/images/m04s01.png,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8f68a5a2f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550f5699f4e73" /><Relationship Type="http://schemas.openxmlformats.org/officeDocument/2006/relationships/slideLayout" Target="/ppt/slideLayouts/slideLayout1.xml" Id="R52190b6f9fae43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90b6f9fae43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281455379410c" /><Relationship Type="http://schemas.openxmlformats.org/officeDocument/2006/relationships/image" Target="/ppt/media/image.jpeg" Id="Ra7def1928973428e" /><Relationship Type="http://schemas.openxmlformats.org/officeDocument/2006/relationships/notesSlide" Target="/ppt/notesSlides/notesSlide1.xml" Id="R41abae9004814f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9ff3d21104108" /><Relationship Type="http://schemas.openxmlformats.org/officeDocument/2006/relationships/notesSlide" Target="/ppt/notesSlides/notesSlide2.xml" Id="R70860c829f8b41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40b9b1cec4512" /><Relationship Type="http://schemas.openxmlformats.org/officeDocument/2006/relationships/image" Target="/ppt/media/image2.jpeg" Id="R0fd7c904020e4153" /><Relationship Type="http://schemas.openxmlformats.org/officeDocument/2006/relationships/notesSlide" Target="/ppt/notesSlides/notesSlide3.xml" Id="R6de3594a889c47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64afa8c1e4361" /><Relationship Type="http://schemas.openxmlformats.org/officeDocument/2006/relationships/image" Target="/ppt/media/image3.jpeg" Id="R75ff9d170a114130" /><Relationship Type="http://schemas.openxmlformats.org/officeDocument/2006/relationships/notesSlide" Target="/ppt/notesSlides/notesSlide4.xml" Id="R5995cd61f6864f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9acc3d764dfb" /><Relationship Type="http://schemas.openxmlformats.org/officeDocument/2006/relationships/image" Target="/ppt/media/image4.jpeg" Id="R91ec09dde66d4b1b" /><Relationship Type="http://schemas.openxmlformats.org/officeDocument/2006/relationships/notesSlide" Target="/ppt/notesSlides/notesSlide5.xml" Id="R60332d99f62e45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04f87fdb540b5" /><Relationship Type="http://schemas.openxmlformats.org/officeDocument/2006/relationships/notesSlide" Target="/ppt/notesSlides/notesSlide6.xml" Id="Rda43a78cdc3047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835c91a424ca7" /><Relationship Type="http://schemas.openxmlformats.org/officeDocument/2006/relationships/notesSlide" Target="/ppt/notesSlides/notesSlide7.xml" Id="R1b93b590380640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42fc2cb1c4ea8" /><Relationship Type="http://schemas.openxmlformats.org/officeDocument/2006/relationships/image" Target="/ppt/media/image.jpeg" Id="R25dd05d4a33c4a0d" /><Relationship Type="http://schemas.openxmlformats.org/officeDocument/2006/relationships/notesSlide" Target="/ppt/notesSlides/notesSlide8.xml" Id="Rd71c90627d7642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Colour Principles and Fabric Colouration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Connects colour principles to end use, then distinguishes broad colour coverage from controlled motif placement through…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4 · TERM 4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ef192897342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colour property describes how light or dark a colour appears?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06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Colour Principles and Fabric Colouration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Colour principles for a specific end use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Printing and dyeing processes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controlled colouration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Colour properties: hue, value and intensity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Colour properties: hue, value and intensity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Relationships: harmony, contrast and visual emphasis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Justifying colour for a specific end use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“End-use colour decision matrix”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7c904020e41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pocket is easier to distinguish quickly.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Dyeing: colour across the treated material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Dyeing: colour across the treated material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Printing: colour and design in selected areas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Comparing processes through evidence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f9d170a1141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“Sort the process evidence”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5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Turning a design question into a controlled comparison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Turning a design question into a controlled comparison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Recording evidence so the samples remain meaningful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Evaluating results and making a cautious decision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“Build the investigation logic”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c09dde66d4b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Colour principles for a specific end use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Printing and dyeing processes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Planning controlled colouration evidence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justify how a controlled colouration investigation could produce useful evidence for selecting between three labelled textile swatches for a stated end use.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A controlled comparison would provide useful evidence because...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d05d4a33c4a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2026-08-30T09:41:43.3640000Z</dcterms:created>
  <dcterms:modified xsi:type="dcterms:W3CDTF">2026-08-30T09:41:43.3640000Z</dcterms:modified>
</coreProperties>
</file>